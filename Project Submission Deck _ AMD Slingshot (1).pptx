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Bahnschrift SemiBold" panose="020B0502040204020203" pitchFamily="34" charset="0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922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6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4" y="3778025"/>
            <a:ext cx="4031175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r>
              <a:rPr lang="en-IN" dirty="0"/>
              <a:t>SkillSprint AI Labs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r>
              <a:rPr lang="en-IN" dirty="0"/>
              <a:t>Prithwish Ghosh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r>
              <a:rPr lang="en-US" dirty="0"/>
              <a:t>Education &amp; Skilling – AI-driven personalized learning enhancement for measurable academic performance improvement.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IN" sz="2400" b="1" dirty="0">
                <a:latin typeface="Bahnschrift SemiBold" panose="020B0502040204020203" pitchFamily="34" charset="0"/>
              </a:rPr>
              <a:t>SkillSprint AI is a Cyberpunk-themed AI Academic Intelligence System that combines Machine Learning and Generative AI to </a:t>
            </a:r>
            <a:r>
              <a:rPr lang="en-IN" sz="2400" b="1" dirty="0" err="1">
                <a:latin typeface="Bahnschrift SemiBold" panose="020B0502040204020203" pitchFamily="34" charset="0"/>
              </a:rPr>
              <a:t>analyze</a:t>
            </a:r>
            <a:r>
              <a:rPr lang="en-IN" sz="2400" b="1" dirty="0">
                <a:latin typeface="Bahnschrift SemiBold" panose="020B0502040204020203" pitchFamily="34" charset="0"/>
              </a:rPr>
              <a:t> student quiz </a:t>
            </a:r>
            <a:r>
              <a:rPr lang="en-IN" sz="2400" b="1" dirty="0" err="1">
                <a:latin typeface="Bahnschrift SemiBold" panose="020B0502040204020203" pitchFamily="34" charset="0"/>
              </a:rPr>
              <a:t>behavior</a:t>
            </a:r>
            <a:r>
              <a:rPr lang="en-IN" sz="2400" b="1" dirty="0">
                <a:latin typeface="Bahnschrift SemiBold" panose="020B0502040204020203" pitchFamily="34" charset="0"/>
              </a:rPr>
              <a:t> and dynamically generate personalized performance insights, predictive strength classification, and adaptive AI-powered study strategies.</a:t>
            </a:r>
          </a:p>
          <a:p>
            <a:pPr algn="l"/>
            <a:r>
              <a:rPr lang="en-IN" sz="2400" b="1" dirty="0">
                <a:latin typeface="Bahnschrift SemiBold" panose="020B0502040204020203" pitchFamily="34" charset="0"/>
              </a:rPr>
              <a:t>The platform transforms static assessment systems into intelligent performance dashboards, enabling real-time academic optimization.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 b="1" i="1" u="sng" dirty="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sz="24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11700" y="1979764"/>
            <a:ext cx="4260300" cy="27947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algn="l"/>
            <a:r>
              <a:rPr lang="en-US" sz="1800" b="1" i="1" u="sng" dirty="0"/>
              <a:t>🌍 OPPORTUNITIES</a:t>
            </a:r>
          </a:p>
          <a:p>
            <a:pPr algn="l"/>
            <a:r>
              <a:rPr lang="en-US" sz="1400" dirty="0"/>
              <a:t>Personalized learning at scale</a:t>
            </a:r>
          </a:p>
          <a:p>
            <a:pPr algn="l"/>
            <a:r>
              <a:rPr lang="en-US" sz="1400" dirty="0"/>
              <a:t>AI-driven academic analytics for institutions</a:t>
            </a:r>
          </a:p>
          <a:p>
            <a:pPr algn="l"/>
            <a:r>
              <a:rPr lang="en-US" sz="1400" dirty="0"/>
              <a:t>Early detection of weak students</a:t>
            </a:r>
          </a:p>
          <a:p>
            <a:pPr algn="l"/>
            <a:r>
              <a:rPr lang="en-US" sz="1400" dirty="0"/>
              <a:t>Performance forecasting</a:t>
            </a:r>
          </a:p>
          <a:p>
            <a:pPr algn="l"/>
            <a:r>
              <a:rPr lang="en-US" sz="1400" dirty="0"/>
              <a:t>Smart study scheduling</a:t>
            </a:r>
          </a:p>
          <a:p>
            <a:pPr algn="l"/>
            <a:r>
              <a:rPr lang="en-US" sz="1400" dirty="0"/>
              <a:t>EdTech SaaS integration</a:t>
            </a:r>
          </a:p>
          <a:p>
            <a:pPr algn="l"/>
            <a:r>
              <a:rPr lang="en-US" sz="1400" dirty="0"/>
              <a:t>Deployment in colleges and coaching institutes</a:t>
            </a:r>
          </a:p>
          <a:p>
            <a:pPr algn="l"/>
            <a:r>
              <a:rPr lang="en-US" sz="1400" dirty="0"/>
              <a:t>This solution can evolve into:</a:t>
            </a:r>
          </a:p>
          <a:p>
            <a:pPr algn="l"/>
            <a:r>
              <a:rPr lang="en-US" sz="1400" dirty="0"/>
              <a:t>AI Learning Assistant</a:t>
            </a:r>
          </a:p>
          <a:p>
            <a:pPr algn="l"/>
            <a:r>
              <a:rPr lang="en-US" sz="1400" dirty="0"/>
              <a:t>Institutional Performance Monitoring Tool</a:t>
            </a:r>
          </a:p>
          <a:p>
            <a:pPr algn="l"/>
            <a:r>
              <a:rPr lang="en-US" sz="1400" dirty="0"/>
              <a:t>AI-driven Curriculum Optimizer</a:t>
            </a: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7872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 dirty="0"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6BBD2AD4-8A15-9A7C-BB10-3C52D5D56985}"/>
              </a:ext>
            </a:extLst>
          </p:cNvPr>
          <p:cNvSpPr txBox="1">
            <a:spLocks/>
          </p:cNvSpPr>
          <p:nvPr/>
        </p:nvSpPr>
        <p:spPr>
          <a:xfrm>
            <a:off x="4572000" y="2296325"/>
            <a:ext cx="42603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1400" dirty="0"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0EACD466-4BC7-71EF-B905-B5248672AC51}"/>
              </a:ext>
            </a:extLst>
          </p:cNvPr>
          <p:cNvSpPr txBox="1">
            <a:spLocks/>
          </p:cNvSpPr>
          <p:nvPr/>
        </p:nvSpPr>
        <p:spPr>
          <a:xfrm>
            <a:off x="4572000" y="1804416"/>
            <a:ext cx="4260300" cy="3016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IN" sz="1900" b="1" i="1" u="sng" dirty="0"/>
              <a:t>💎 HOW DIFFERENT IS IT? (USP)</a:t>
            </a:r>
          </a:p>
          <a:p>
            <a:pPr algn="l"/>
            <a:endParaRPr lang="en-IN" sz="1800" b="1" i="1" u="sng" dirty="0"/>
          </a:p>
          <a:p>
            <a:pPr algn="l"/>
            <a:r>
              <a:rPr lang="en-IN" sz="1800" dirty="0"/>
              <a:t>Unlike basic score prediction tools, SkillSprint AI:</a:t>
            </a:r>
          </a:p>
          <a:p>
            <a:pPr algn="l"/>
            <a:r>
              <a:rPr lang="en-IN" sz="1800" dirty="0"/>
              <a:t>Combines ML classification + LLM-based strategy</a:t>
            </a:r>
          </a:p>
          <a:p>
            <a:pPr algn="l"/>
            <a:r>
              <a:rPr lang="en-IN" sz="1800" dirty="0"/>
              <a:t>generation.</a:t>
            </a:r>
          </a:p>
          <a:p>
            <a:pPr algn="l"/>
            <a:r>
              <a:rPr lang="en-IN" sz="1800" dirty="0"/>
              <a:t>Provides real-time AI-driven personalized study plans.</a:t>
            </a:r>
          </a:p>
          <a:p>
            <a:pPr algn="l"/>
            <a:r>
              <a:rPr lang="en-IN" sz="1800" dirty="0"/>
              <a:t>Includes </a:t>
            </a:r>
            <a:r>
              <a:rPr lang="en-IN" sz="1800" dirty="0" err="1"/>
              <a:t>behavioral</a:t>
            </a:r>
            <a:r>
              <a:rPr lang="en-IN" sz="1800" dirty="0"/>
              <a:t> insight (time vs performance).</a:t>
            </a:r>
          </a:p>
          <a:p>
            <a:pPr algn="l"/>
            <a:r>
              <a:rPr lang="en-IN" sz="1800" dirty="0"/>
              <a:t>Uses historical performance trend analytics.</a:t>
            </a:r>
          </a:p>
          <a:p>
            <a:pPr algn="l"/>
            <a:r>
              <a:rPr lang="en-IN" sz="1800" dirty="0"/>
              <a:t>Features a futuristic AI dashboard </a:t>
            </a:r>
            <a:r>
              <a:rPr lang="en-IN" sz="1800" dirty="0" err="1"/>
              <a:t>enhancin</a:t>
            </a:r>
            <a:endParaRPr lang="en-IN" sz="1800" dirty="0"/>
          </a:p>
          <a:p>
            <a:pPr algn="l"/>
            <a:r>
              <a:rPr lang="en-IN" sz="1800" dirty="0"/>
              <a:t> engagement.</a:t>
            </a:r>
          </a:p>
          <a:p>
            <a:pPr algn="l"/>
            <a:r>
              <a:rPr lang="en-IN" sz="1800" b="1" i="1" dirty="0"/>
              <a:t>USP:</a:t>
            </a:r>
          </a:p>
          <a:p>
            <a:pPr algn="l"/>
            <a:r>
              <a:rPr lang="en-IN" sz="1800" dirty="0"/>
              <a:t>Hybrid Intelligence Model = Predictive ML + Generative AI + Visual Analytics</a:t>
            </a:r>
          </a:p>
          <a:p>
            <a:pPr algn="l"/>
            <a:r>
              <a:rPr lang="en-IN" sz="1800" dirty="0"/>
              <a:t>This bridges the gap between performance data and actionable strategy.</a:t>
            </a:r>
          </a:p>
          <a:p>
            <a:pPr algn="l"/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IN" sz="1800" dirty="0"/>
            </a:br>
            <a:r>
              <a:rPr lang="en-IN" sz="2700" b="1" i="1" u="sng" dirty="0"/>
              <a:t>✨ LIST OF FEATURES OFFERED BY THE SOLUTION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AI-based Strength Classification (Weak/Moderate/Strong)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Generative AI Personalized Study Plans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Real-time Performance Graph Analytics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Login-based User Access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Cyberpunk AI Dashboard UI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Historical Data Analysis from CSV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Session-based security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Deployment-ready backend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Responsive UI with animations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Scalable architecture</a:t>
            </a: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US" sz="2800" b="1" i="1" u="sng" dirty="0"/>
              <a:t>🔄 PROCESS FLOW (Use Case Description)</a:t>
            </a:r>
            <a:endParaRPr sz="28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893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User logs in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Inputs quiz performance data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ML model predicts strength category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Historical data extracted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LLM generates personalized improvement strategy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Performance graph visualized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Actionable insights displayed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User iterates &amp; improves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You can create a simple flow diagram: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IN" sz="1800" dirty="0"/>
              <a:t>User → Input Data → ML Model → Strength Output</a:t>
            </a:r>
            <a:br>
              <a:rPr lang="en-IN" sz="1800" dirty="0"/>
            </a:br>
            <a:r>
              <a:rPr lang="en-IN" sz="1800" dirty="0"/>
              <a:t>→ LLM Strategy Engine → AI Study Plan</a:t>
            </a:r>
            <a:br>
              <a:rPr lang="en-IN" sz="1800" dirty="0"/>
            </a:br>
            <a:r>
              <a:rPr lang="en-IN" sz="1800" dirty="0"/>
              <a:t>→ Performance Analytics → Dashboard Display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6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IN" sz="2400" b="1" i="1" u="sng" dirty="0"/>
              <a:t>🖼 WIREFRAMES</a:t>
            </a:r>
            <a:endParaRPr sz="24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Cyberpunk Login Screen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AI Performance Dashboard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Neon Strength Badge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AI Study Strategy Panel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Interactive Performance Trend Graph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 b="1" i="1" u="sng" dirty="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24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IN" sz="1800" b="1" dirty="0"/>
              <a:t>Frontend:</a:t>
            </a:r>
            <a:br>
              <a:rPr lang="en-IN" sz="1800" b="1" dirty="0"/>
            </a:br>
            <a:r>
              <a:rPr lang="en-IN" sz="1800" b="1" dirty="0"/>
              <a:t>	HTML + CSS (Cyberpunk UI)</a:t>
            </a:r>
            <a:br>
              <a:rPr lang="en-IN" sz="1800" b="1" dirty="0"/>
            </a:br>
            <a:r>
              <a:rPr lang="en-IN" sz="1800" b="1" dirty="0"/>
              <a:t>	Chart.js Visualization</a:t>
            </a:r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IN" sz="1800" b="1" dirty="0"/>
              <a:t>Backend:</a:t>
            </a:r>
            <a:br>
              <a:rPr lang="en-IN" sz="1800" b="1" dirty="0"/>
            </a:br>
            <a:r>
              <a:rPr lang="en-IN" sz="1800" b="1" dirty="0"/>
              <a:t>	Flask Web Framework</a:t>
            </a:r>
            <a:br>
              <a:rPr lang="en-IN" sz="1800" b="1" dirty="0"/>
            </a:br>
            <a:r>
              <a:rPr lang="en-IN" sz="1800" b="1" dirty="0"/>
              <a:t>	Scikit-learn ML Model</a:t>
            </a:r>
            <a:br>
              <a:rPr lang="en-IN" sz="1800" b="1" dirty="0"/>
            </a:br>
            <a:r>
              <a:rPr lang="en-IN" sz="1800" b="1" dirty="0"/>
              <a:t>	LLM API Integration</a:t>
            </a:r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IN" sz="1800" b="1" dirty="0"/>
              <a:t>Data Layer:</a:t>
            </a:r>
            <a:br>
              <a:rPr lang="en-IN" sz="1800" b="1" dirty="0"/>
            </a:br>
            <a:r>
              <a:rPr lang="en-IN" sz="1800" b="1" dirty="0"/>
              <a:t>	CSV-based historical dataset</a:t>
            </a:r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IN" sz="1800" b="1" dirty="0"/>
              <a:t>Flow:</a:t>
            </a:r>
          </a:p>
          <a:p>
            <a:pPr marL="114300" indent="0" algn="l"/>
            <a:r>
              <a:rPr lang="en-IN" sz="1800" b="1" dirty="0"/>
              <a:t>	User Input → Flask → ML Model</a:t>
            </a:r>
            <a:br>
              <a:rPr lang="en-IN" sz="1800" b="1" dirty="0"/>
            </a:br>
            <a:r>
              <a:rPr lang="en-IN" sz="1800" b="1" dirty="0"/>
              <a:t>	→ LLM Engine → Dashboard Output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sz="18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IN" sz="2400" b="1" i="1" u="sng" dirty="0"/>
              <a:t>⚙ TECHNOLOGIES USED</a:t>
            </a:r>
            <a:endParaRPr sz="24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E094D3DA-967E-51C0-65A0-0610872E71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1150" y="1273344"/>
            <a:ext cx="54800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 API (LLM)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HTML/CSS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Gunicorn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(Deployment)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US" sz="2400" b="1" i="1" u="sng" dirty="0"/>
              <a:t>🖥 USAGE OF AMD PRODUCTS / SOLUTIONS</a:t>
            </a:r>
            <a:endParaRPr sz="24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IN" sz="2000" b="1" dirty="0"/>
              <a:t>The solution is optimized for: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High-performance ML inference on AMD CPUs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Scalable deployment on AMD-powered cloud environments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Efficient compute for predictive </a:t>
            </a:r>
            <a:r>
              <a:rPr lang="en-IN" sz="2000" b="1" dirty="0" err="1"/>
              <a:t>modeling</a:t>
            </a:r>
            <a:r>
              <a:rPr lang="en-IN" sz="2000" b="1" dirty="0"/>
              <a:t> workloads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AI inference acceleration support</a:t>
            </a:r>
          </a:p>
          <a:p>
            <a:pPr algn="l"/>
            <a:r>
              <a:rPr lang="en-IN" sz="2000" b="1" dirty="0"/>
              <a:t>Future scope includes: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GPU-accelerated training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dirty="0"/>
              <a:t>Parallel processing for institutional datasets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IN" sz="2800" b="1" i="1" u="sng" dirty="0"/>
              <a:t>💰 ESTIMATED IMPLEMENTATION COST</a:t>
            </a:r>
            <a:endParaRPr sz="2800" b="1" i="1" u="sng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r>
              <a:rPr lang="en-IN" sz="2400" b="1" dirty="0"/>
              <a:t>Prototype Cost: Minimal (Cloud + API usage)</a:t>
            </a:r>
          </a:p>
          <a:p>
            <a:pPr algn="l"/>
            <a:r>
              <a:rPr lang="en-IN" sz="2400" b="1" dirty="0"/>
              <a:t>Full-scale deployment estimate: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dirty="0"/>
              <a:t>Hosting: $15–30/month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dirty="0"/>
              <a:t>AI API usage: Scalable (Pay-per-use)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dirty="0"/>
              <a:t>Infrastructure: Cloud-hosted (Cost efficient)</a:t>
            </a:r>
          </a:p>
          <a:p>
            <a:pPr algn="l"/>
            <a:r>
              <a:rPr lang="en-IN" sz="2400" b="1" dirty="0"/>
              <a:t>Enterprise model scalable via SaaS subscription.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0" y="2007325"/>
            <a:ext cx="9144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Link: https://github.com/TiyanLabs/AMD-Slingshot-Study-Buddy.git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dirty="0"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On-screen Show (16:9)</PresentationFormat>
  <Paragraphs>103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Wingdings</vt:lpstr>
      <vt:lpstr>Poppins</vt:lpstr>
      <vt:lpstr>Bahnschrift SemiBold</vt:lpstr>
      <vt:lpstr>Simple Light</vt:lpstr>
      <vt:lpstr>PowerPoint Presentation</vt:lpstr>
      <vt:lpstr>Brief about the idea</vt:lpstr>
      <vt:lpstr>Opportunities</vt:lpstr>
      <vt:lpstr> ✨ LIST OF FEATURES OFFERED BY THE SOLUTION</vt:lpstr>
      <vt:lpstr>🔄 PROCESS FLOW (Use Case Description)</vt:lpstr>
      <vt:lpstr>🖼 WIREFRAMES</vt:lpstr>
      <vt:lpstr>Architecture diagram of the proposed solution</vt:lpstr>
      <vt:lpstr>⚙ TECHNOLOGIES USED</vt:lpstr>
      <vt:lpstr>🖥 USAGE OF AMD PRODUCTS / SOLUTIONS</vt:lpstr>
      <vt:lpstr>💰 ESTIMATED IMPLEMENTATION COST</vt:lpstr>
      <vt:lpstr>Prototype Assets (Optional)</vt:lpstr>
      <vt:lpstr>Add as per the requirements of the contest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tiyan messxr</cp:lastModifiedBy>
  <cp:revision>2</cp:revision>
  <dcterms:modified xsi:type="dcterms:W3CDTF">2026-02-24T18:29:39Z</dcterms:modified>
</cp:coreProperties>
</file>